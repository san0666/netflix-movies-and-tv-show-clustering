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21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59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1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4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5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5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0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6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3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81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15" y="-1892864"/>
            <a:ext cx="8026073" cy="4059641"/>
          </a:xfrm>
        </p:spPr>
        <p:txBody>
          <a:bodyPr>
            <a:normAutofit/>
          </a:bodyPr>
          <a:lstStyle/>
          <a:p>
            <a:pPr algn="ctr"/>
            <a:r>
              <a:rPr sz="6000" b="1" dirty="0"/>
              <a:t>Netflix Movies &amp; TV Shows Clustering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6745" y="4507010"/>
            <a:ext cx="7543800" cy="1143000"/>
          </a:xfrm>
        </p:spPr>
        <p:txBody>
          <a:bodyPr>
            <a:noAutofit/>
          </a:bodyPr>
          <a:lstStyle/>
          <a:p>
            <a:r>
              <a:rPr sz="2800" b="1" dirty="0"/>
              <a:t>Unsupervised Machine Learning | </a:t>
            </a:r>
            <a:endParaRPr lang="en-IN" sz="2800" b="1" dirty="0"/>
          </a:p>
          <a:p>
            <a:r>
              <a:rPr sz="2800" b="1" dirty="0"/>
              <a:t>K-Means, Hierarchical, DBSCAN</a:t>
            </a:r>
          </a:p>
          <a:p>
            <a:r>
              <a:rPr sz="2800" b="1" dirty="0"/>
              <a:t>By Sanjana Agarwal</a:t>
            </a:r>
          </a:p>
        </p:txBody>
      </p:sp>
      <p:pic>
        <p:nvPicPr>
          <p:cNvPr id="1030" name="Picture 6" descr="Netflix | Brand Assets | Logos">
            <a:extLst>
              <a:ext uri="{FF2B5EF4-FFF2-40B4-BE49-F238E27FC236}">
                <a16:creationId xmlns:a16="http://schemas.microsoft.com/office/drawing/2014/main" id="{1EC2CBC5-CAC7-8354-FC84-231FAF2F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1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800" dirty="0"/>
              <a:t>Analyze Netflix content using unsupervised ML</a:t>
            </a:r>
          </a:p>
          <a:p>
            <a:pPr marL="0" indent="0">
              <a:buNone/>
            </a:pPr>
            <a:r>
              <a:rPr sz="2800" dirty="0"/>
              <a:t>• Identify hidden patterns &amp; group similar content</a:t>
            </a:r>
          </a:p>
          <a:p>
            <a:pPr marL="0" indent="0">
              <a:buNone/>
            </a:pPr>
            <a:r>
              <a:rPr sz="2800" dirty="0"/>
              <a:t>• Support recommendation systems</a:t>
            </a:r>
          </a:p>
          <a:p>
            <a:pPr marL="0" indent="0">
              <a:buNone/>
            </a:pPr>
            <a:r>
              <a:rPr sz="2800" dirty="0"/>
              <a:t>• Cluster based on genre, rating, duration, description</a:t>
            </a:r>
          </a:p>
        </p:txBody>
      </p:sp>
      <p:pic>
        <p:nvPicPr>
          <p:cNvPr id="2050" name="Picture 2" descr="Netflix | Brand Assets | Logos">
            <a:extLst>
              <a:ext uri="{FF2B5EF4-FFF2-40B4-BE49-F238E27FC236}">
                <a16:creationId xmlns:a16="http://schemas.microsoft.com/office/drawing/2014/main" id="{C6E4C2CE-8F6D-425D-339C-8F6E7D296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IN" sz="2400" dirty="0"/>
              <a:t>7,787</a:t>
            </a:r>
            <a:r>
              <a:rPr sz="2400" dirty="0"/>
              <a:t> rows, 12 columns</a:t>
            </a:r>
          </a:p>
          <a:p>
            <a:pPr marL="0" indent="0">
              <a:buNone/>
            </a:pPr>
            <a:r>
              <a:rPr sz="2400" dirty="0"/>
              <a:t>• Includes title, rating, description, country, </a:t>
            </a:r>
            <a:r>
              <a:rPr lang="en-IN" sz="2400" dirty="0"/>
              <a:t>  </a:t>
            </a:r>
            <a:r>
              <a:rPr sz="2400" dirty="0"/>
              <a:t>duration</a:t>
            </a:r>
          </a:p>
          <a:p>
            <a:pPr marL="0" indent="0">
              <a:buNone/>
            </a:pPr>
            <a:r>
              <a:rPr sz="2400" dirty="0"/>
              <a:t>• Issues identified:</a:t>
            </a:r>
          </a:p>
          <a:p>
            <a:r>
              <a:rPr sz="2400" dirty="0"/>
              <a:t>Missing values in director, cast, country</a:t>
            </a:r>
          </a:p>
          <a:p>
            <a:r>
              <a:rPr sz="2400" dirty="0"/>
              <a:t>Unstructured text in description</a:t>
            </a:r>
          </a:p>
          <a:p>
            <a:r>
              <a:rPr sz="2400" dirty="0"/>
              <a:t>Mixed format duration</a:t>
            </a:r>
          </a:p>
        </p:txBody>
      </p:sp>
      <p:pic>
        <p:nvPicPr>
          <p:cNvPr id="3074" name="Picture 2" descr="Netflix | Brand Assets | Logos">
            <a:extLst>
              <a:ext uri="{FF2B5EF4-FFF2-40B4-BE49-F238E27FC236}">
                <a16:creationId xmlns:a16="http://schemas.microsoft.com/office/drawing/2014/main" id="{FAE10E4A-0BB7-0433-A0B5-77929A8CD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Removed duplicates</a:t>
            </a:r>
          </a:p>
          <a:p>
            <a:pPr marL="0" indent="0">
              <a:buNone/>
            </a:pPr>
            <a:r>
              <a:rPr sz="2400" dirty="0"/>
              <a:t>• Missing values handled</a:t>
            </a:r>
          </a:p>
          <a:p>
            <a:pPr marL="0" indent="0">
              <a:buNone/>
            </a:pPr>
            <a:r>
              <a:rPr sz="2400" dirty="0"/>
              <a:t>• Encoded categorical features using One-Hot </a:t>
            </a:r>
            <a:r>
              <a:rPr lang="en-IN" sz="2400" dirty="0"/>
              <a:t>  </a:t>
            </a:r>
            <a:r>
              <a:rPr sz="2400" dirty="0"/>
              <a:t>Encoding</a:t>
            </a:r>
          </a:p>
          <a:p>
            <a:pPr marL="0" indent="0">
              <a:buNone/>
            </a:pPr>
            <a:r>
              <a:rPr sz="2400" dirty="0"/>
              <a:t>• TF-IDF vectorization on description text</a:t>
            </a:r>
          </a:p>
          <a:p>
            <a:pPr marL="0" indent="0">
              <a:buNone/>
            </a:pPr>
            <a:r>
              <a:rPr sz="2400" dirty="0"/>
              <a:t>• Scaled numerical features</a:t>
            </a:r>
          </a:p>
        </p:txBody>
      </p:sp>
      <p:pic>
        <p:nvPicPr>
          <p:cNvPr id="4098" name="Picture 2" descr="Netflix | Brand Assets | Logos">
            <a:extLst>
              <a:ext uri="{FF2B5EF4-FFF2-40B4-BE49-F238E27FC236}">
                <a16:creationId xmlns:a16="http://schemas.microsoft.com/office/drawing/2014/main" id="{790D4167-F734-03F6-CB82-86408F73C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7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707" y="1119399"/>
            <a:ext cx="7624054" cy="4749695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 </a:t>
            </a:r>
            <a:r>
              <a:rPr sz="2400" dirty="0"/>
              <a:t>Created new features: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- Content Age</a:t>
            </a:r>
          </a:p>
          <a:p>
            <a:pPr marL="0" indent="0">
              <a:buNone/>
            </a:pPr>
            <a:r>
              <a:rPr sz="2400" dirty="0"/>
              <a:t> - Genre Count</a:t>
            </a:r>
          </a:p>
          <a:p>
            <a:pPr marL="0" indent="0">
              <a:buNone/>
            </a:pPr>
            <a:r>
              <a:rPr sz="2400" dirty="0"/>
              <a:t>• Combined encoded + numeric + TF-IDF </a:t>
            </a:r>
            <a:r>
              <a:rPr lang="en-IN" sz="2400" dirty="0"/>
              <a:t> </a:t>
            </a:r>
            <a:r>
              <a:rPr sz="2400" dirty="0"/>
              <a:t>features</a:t>
            </a:r>
          </a:p>
          <a:p>
            <a:pPr marL="0" indent="0">
              <a:buNone/>
            </a:pPr>
            <a:r>
              <a:rPr sz="2400" dirty="0"/>
              <a:t>• Applied PCA for dimensionality reduction</a:t>
            </a:r>
          </a:p>
        </p:txBody>
      </p:sp>
      <p:pic>
        <p:nvPicPr>
          <p:cNvPr id="5124" name="Picture 4" descr="Netflix | Brand Assets | Logos">
            <a:extLst>
              <a:ext uri="{FF2B5EF4-FFF2-40B4-BE49-F238E27FC236}">
                <a16:creationId xmlns:a16="http://schemas.microsoft.com/office/drawing/2014/main" id="{8EEE64B9-A84B-9DA3-0168-DC36FF386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" y="0"/>
            <a:ext cx="9143999" cy="637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K-Means Clustering</a:t>
            </a:r>
          </a:p>
          <a:p>
            <a:pPr marL="0" indent="0">
              <a:buNone/>
            </a:pPr>
            <a:r>
              <a:rPr sz="2400" dirty="0"/>
              <a:t>• Agglomerative Hierarchical Clustering</a:t>
            </a:r>
          </a:p>
          <a:p>
            <a:pPr marL="0" indent="0">
              <a:buNone/>
            </a:pPr>
            <a:r>
              <a:rPr sz="2400" dirty="0"/>
              <a:t>• DBSCAN (Density-Based)</a:t>
            </a:r>
          </a:p>
          <a:p>
            <a:pPr marL="0" indent="0">
              <a:buNone/>
            </a:pPr>
            <a:r>
              <a:rPr sz="2400" dirty="0"/>
              <a:t>• Evaluated using Silhouette Score, DB Index &amp; Inertia</a:t>
            </a:r>
          </a:p>
        </p:txBody>
      </p:sp>
      <p:pic>
        <p:nvPicPr>
          <p:cNvPr id="6146" name="Picture 2" descr="Netflix | Brand Assets | Logos">
            <a:extLst>
              <a:ext uri="{FF2B5EF4-FFF2-40B4-BE49-F238E27FC236}">
                <a16:creationId xmlns:a16="http://schemas.microsoft.com/office/drawing/2014/main" id="{88437902-A186-51B6-E843-B69938A4D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K-Means offered best structure (k = 6 or 7)</a:t>
            </a:r>
          </a:p>
          <a:p>
            <a:pPr marL="0" indent="0">
              <a:buNone/>
            </a:pPr>
            <a:r>
              <a:rPr sz="2400" dirty="0"/>
              <a:t>• DBSCAN marked most data as noise</a:t>
            </a:r>
          </a:p>
          <a:p>
            <a:pPr marL="0" indent="0">
              <a:buNone/>
            </a:pPr>
            <a:r>
              <a:rPr sz="2400" dirty="0"/>
              <a:t>• Hierarchical produced visually interpretable clusters</a:t>
            </a:r>
          </a:p>
        </p:txBody>
      </p:sp>
      <p:pic>
        <p:nvPicPr>
          <p:cNvPr id="7170" name="Picture 2" descr="Netflix | Brand Assets | Logos">
            <a:extLst>
              <a:ext uri="{FF2B5EF4-FFF2-40B4-BE49-F238E27FC236}">
                <a16:creationId xmlns:a16="http://schemas.microsoft.com/office/drawing/2014/main" id="{D7C91C9F-DC13-F41A-8C28-2ECD717C0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1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PCA Cluster Plots</a:t>
            </a:r>
          </a:p>
          <a:p>
            <a:pPr marL="0" indent="0">
              <a:buNone/>
            </a:pPr>
            <a:r>
              <a:rPr sz="2400" dirty="0"/>
              <a:t>• Heatmaps of correlations</a:t>
            </a:r>
          </a:p>
          <a:p>
            <a:pPr marL="0" indent="0">
              <a:buNone/>
            </a:pPr>
            <a:r>
              <a:rPr sz="2400" dirty="0"/>
              <a:t>• Genre distribution by cluster</a:t>
            </a:r>
          </a:p>
          <a:p>
            <a:pPr marL="0" indent="0">
              <a:buNone/>
            </a:pPr>
            <a:r>
              <a:rPr sz="2400" dirty="0"/>
              <a:t>• Content age variation</a:t>
            </a:r>
          </a:p>
        </p:txBody>
      </p:sp>
      <p:pic>
        <p:nvPicPr>
          <p:cNvPr id="8194" name="Picture 2" descr="Netflix | Brand Assets | Logos">
            <a:extLst>
              <a:ext uri="{FF2B5EF4-FFF2-40B4-BE49-F238E27FC236}">
                <a16:creationId xmlns:a16="http://schemas.microsoft.com/office/drawing/2014/main" id="{E77B9235-14BE-823D-70F9-C631F47B2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Successfully clustered Netflix content</a:t>
            </a:r>
          </a:p>
          <a:p>
            <a:pPr marL="0" indent="0">
              <a:buNone/>
            </a:pPr>
            <a:r>
              <a:rPr dirty="0"/>
              <a:t>• Clean &amp; transformed dataset created</a:t>
            </a:r>
          </a:p>
          <a:p>
            <a:pPr marL="0" indent="0">
              <a:buNone/>
            </a:pPr>
            <a:r>
              <a:rPr dirty="0"/>
              <a:t>• Clear separation </a:t>
            </a:r>
            <a:r>
              <a:rPr sz="2400" dirty="0"/>
              <a:t>across</a:t>
            </a:r>
            <a:r>
              <a:rPr dirty="0"/>
              <a:t> genres &amp; content types</a:t>
            </a:r>
          </a:p>
          <a:p>
            <a:pPr marL="0" indent="0">
              <a:buNone/>
            </a:pPr>
            <a:r>
              <a:rPr dirty="0"/>
              <a:t>• Useful for recommendation systems</a:t>
            </a:r>
          </a:p>
        </p:txBody>
      </p:sp>
      <p:pic>
        <p:nvPicPr>
          <p:cNvPr id="9218" name="Picture 2" descr="Netflix | Brand Assets | Logos">
            <a:extLst>
              <a:ext uri="{FF2B5EF4-FFF2-40B4-BE49-F238E27FC236}">
                <a16:creationId xmlns:a16="http://schemas.microsoft.com/office/drawing/2014/main" id="{F01C8D6D-3B42-352C-5C1E-B8E23A11A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1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Clustering reveals strong structure in Netflix catalog</a:t>
            </a:r>
          </a:p>
          <a:p>
            <a:pPr marL="0" indent="0">
              <a:buNone/>
            </a:pPr>
            <a:r>
              <a:rPr dirty="0"/>
              <a:t>• K-Means remains the most effective</a:t>
            </a:r>
          </a:p>
          <a:p>
            <a:pPr marL="0" indent="0">
              <a:buNone/>
            </a:pPr>
            <a:r>
              <a:rPr dirty="0"/>
              <a:t>• PCA helps visualize cluster boundaries clearly</a:t>
            </a:r>
          </a:p>
          <a:p>
            <a:pPr marL="0" indent="0">
              <a:buNone/>
            </a:pPr>
            <a:r>
              <a:rPr dirty="0"/>
              <a:t>• Supports better auto-tagging &amp; recommendations</a:t>
            </a:r>
          </a:p>
        </p:txBody>
      </p:sp>
      <p:pic>
        <p:nvPicPr>
          <p:cNvPr id="10242" name="Picture 2" descr="Netflix | Brand Assets | Logos">
            <a:extLst>
              <a:ext uri="{FF2B5EF4-FFF2-40B4-BE49-F238E27FC236}">
                <a16:creationId xmlns:a16="http://schemas.microsoft.com/office/drawing/2014/main" id="{76FD6E2F-1D2F-8968-5E22-CAA845850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5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3527"/>
            <a:ext cx="7543800" cy="1450757"/>
          </a:xfrm>
        </p:spPr>
        <p:txBody>
          <a:bodyPr/>
          <a:lstStyle/>
          <a:p>
            <a:r>
              <a:rPr b="1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Deploy clustering model using </a:t>
            </a:r>
            <a:r>
              <a:rPr sz="2400" dirty="0"/>
              <a:t>Stream lit</a:t>
            </a:r>
          </a:p>
          <a:p>
            <a:pPr marL="0" indent="0">
              <a:buNone/>
            </a:pPr>
            <a:r>
              <a:rPr dirty="0"/>
              <a:t>• Add IMDb rating &amp; popularity data</a:t>
            </a:r>
          </a:p>
          <a:p>
            <a:pPr marL="0" indent="0">
              <a:buNone/>
            </a:pPr>
            <a:r>
              <a:rPr dirty="0"/>
              <a:t>• Use BERT embeddings for better text </a:t>
            </a:r>
            <a:r>
              <a:rPr lang="en-IN" dirty="0"/>
              <a:t> </a:t>
            </a:r>
            <a:r>
              <a:rPr dirty="0"/>
              <a:t>clustering</a:t>
            </a:r>
          </a:p>
          <a:p>
            <a:pPr marL="0" indent="0">
              <a:buNone/>
            </a:pPr>
            <a:r>
              <a:rPr dirty="0"/>
              <a:t>• Build a full recommendation engine</a:t>
            </a:r>
          </a:p>
        </p:txBody>
      </p:sp>
      <p:pic>
        <p:nvPicPr>
          <p:cNvPr id="11266" name="Picture 2" descr="Netflix | Brand Assets | Logos">
            <a:extLst>
              <a:ext uri="{FF2B5EF4-FFF2-40B4-BE49-F238E27FC236}">
                <a16:creationId xmlns:a16="http://schemas.microsoft.com/office/drawing/2014/main" id="{817A097F-0946-419B-E314-DA8556142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5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296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Netflix Movies &amp; TV Shows Clustering Project</vt:lpstr>
      <vt:lpstr>Introduction</vt:lpstr>
      <vt:lpstr>Dataset Overview</vt:lpstr>
      <vt:lpstr>Data Preprocessing</vt:lpstr>
      <vt:lpstr>Feature Engineering</vt:lpstr>
      <vt:lpstr>Clustering Models</vt:lpstr>
      <vt:lpstr>Model Insights</vt:lpstr>
      <vt:lpstr>Visualizations</vt:lpstr>
      <vt:lpstr>Final Results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Sanjana Agarwal</dc:creator>
  <cp:keywords/>
  <dc:description>generated using python-pptx</dc:description>
  <cp:lastModifiedBy>Sanjana Agarwal</cp:lastModifiedBy>
  <cp:revision>3</cp:revision>
  <dcterms:created xsi:type="dcterms:W3CDTF">2013-01-27T09:14:16Z</dcterms:created>
  <dcterms:modified xsi:type="dcterms:W3CDTF">2025-12-06T18:45:14Z</dcterms:modified>
  <cp:category/>
</cp:coreProperties>
</file>